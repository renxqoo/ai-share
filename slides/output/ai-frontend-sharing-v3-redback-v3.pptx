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70832"/>
            <a:ext cx="9144000" cy="777240"/>
          </a:xfrm>
          <a:prstGeom prst="rect">
            <a:avLst/>
          </a:prstGeom>
          <a:solidFill>
            <a:srgbClr val="121211"/>
          </a:solidFill>
          <a:ln w="12700">
            <a:solidFill>
              <a:srgbClr val="12121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76288" y="914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903720" y="184708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是如何在前端开发流程中应用的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从个人工作流，到 Agent 原理，再到团队实践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749808" y="3054096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150108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TALK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455371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分享人：XXX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面向：产品 / 前端 / 后端 / 测试 / 设计 / 技术负责人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这场分享的主线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16276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不是替你做判断，而是把执行这件事放大了。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114032" y="164592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1741932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2359152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359152"/>
            <a:ext cx="73152" cy="56692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505456"/>
            <a:ext cx="3017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96112" y="263347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53712" y="2359152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2359152"/>
            <a:ext cx="73152" cy="56692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505456"/>
            <a:ext cx="3017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36592" y="263347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320040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200400"/>
            <a:ext cx="73152" cy="56692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346704"/>
            <a:ext cx="3017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96112" y="347472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53712" y="320040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3200400"/>
            <a:ext cx="73152" cy="566928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346704"/>
            <a:ext cx="3017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47472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团队实践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" y="4187952"/>
            <a:ext cx="7040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01 / WORKFLOW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30352"/>
            <a:ext cx="2148840" cy="4114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1234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66928" y="2798064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894076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87168" y="896112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为什么不能一上来就让 AI 直接写？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05456" y="140817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很多时候，问题不是 AI 完全不会做，而是它很容易做得“像对的一样”。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87168" y="1883664"/>
            <a:ext cx="254203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206654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自信地写错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229514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看起来很完整，但关键细节可能是错的。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413248" y="1883664"/>
            <a:ext cx="2542032" cy="713232"/>
          </a:xfrm>
          <a:prstGeom prst="roundRect">
            <a:avLst>
              <a:gd name="adj" fmla="val 7692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206654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96128" y="229514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没有读到项目里已经存在的能力。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487168" y="2871216"/>
            <a:ext cx="254203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30540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漏看上下文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70048" y="328269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只改眼前文件，遗漏连带影响。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413248" y="2871216"/>
            <a:ext cx="2542032" cy="713232"/>
          </a:xfrm>
          <a:prstGeom prst="roundRect">
            <a:avLst>
              <a:gd name="adj" fmla="val 7692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30540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能跑，但难维护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96128" y="328269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短期通过，长期给团队留下维护成本。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487168" y="40690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所以我们需要一套流程，不是为了拖慢 AI，而是为了把风险控制住。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01 / PEV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4A9B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3131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PEV 工作流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0280" y="2029968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000000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27685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38728" y="241401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41064" y="2029968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227685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39512" y="241401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41848" y="2029968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000000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227685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先想清楚，再让它做，最后认真验。人做决策，AI 做执行。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38144" y="4069080"/>
            <a:ext cx="2267712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4165092"/>
            <a:ext cx="2267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人做决策，AI 做执行。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01 / PLAN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PLAN：先出计划，不先写代码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1874520"/>
            <a:ext cx="37033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874520"/>
            <a:ext cx="73152" cy="196596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20824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77824" y="2221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 Agent 三样东西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252374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原文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709160" y="1874520"/>
            <a:ext cx="3703320" cy="1965960"/>
          </a:xfrm>
          <a:prstGeom prst="roundRect">
            <a:avLst>
              <a:gd name="adj" fmla="val 2791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874520"/>
            <a:ext cx="73152" cy="196596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020824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2221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输出实现计划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52374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架构权衡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01 / APPROVE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确认方案后，再放行执行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先把方案看对、想全、调顺，再让 AI 开始写代码。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411480" cy="4114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5681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86537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先审查计划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1847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步骤是否合理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场景是否遗漏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范围是否清楚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49808" y="2542032"/>
            <a:ext cx="411480" cy="4114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67004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57860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再给反馈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71800" y="2560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提出疑问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调整方案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补充需求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49808" y="3255264"/>
            <a:ext cx="411480" cy="4114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383280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32918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最后放行执行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971800" y="32735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开始写代码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按规则执行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写完补测试并跑校验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86384" y="416052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先把方案看对、想全、调顺，再放行执行。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01 / VERIFY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人做最后的质量把关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1874520"/>
            <a:ext cx="37033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874520"/>
            <a:ext cx="73152" cy="196596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20824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77824" y="2221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252374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风格和架构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重复逻辑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安全隐患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类型严谨性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709160" y="1874520"/>
            <a:ext cx="3703320" cy="1965960"/>
          </a:xfrm>
          <a:prstGeom prst="roundRect">
            <a:avLst>
              <a:gd name="adj" fmla="val 2791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874520"/>
            <a:ext cx="73152" cy="196596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020824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 CHECK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2221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功能自测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52374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交互流畅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错误提示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01 / BUG LOOP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 后，不是直接修，而是先写红测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先复现，再修复；修 Bug 不靠感觉，靠可重复验证的闭环。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" y="2011680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2585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837944" y="2395728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40280" y="2011680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2585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写失败测试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538728" y="2395728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41064" y="2011680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3944" y="22585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修代码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239512" y="2395728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41848" y="2011680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4728" y="22585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940296" y="2395728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42632" y="2011680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225856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Verify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1051560" y="34290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先复现，再修复。修 Bug 不靠感觉，靠可重复验证的闭环。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5B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749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4048" y="340156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14600" y="141732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第二部分：AI Agent 的运行原理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542032" y="2423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为什么它看起来像会自己干活？这一部分统一用“查天气”的例子来讲清楚原理。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02 / LOOP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4A9B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3131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是怎么一轮轮工作的？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 TS 伪代码，右边看一轮循环。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627632"/>
            <a:ext cx="4023360" cy="2487168"/>
          </a:xfrm>
          <a:prstGeom prst="roundRect">
            <a:avLst>
              <a:gd name="adj" fmla="val 2206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627632"/>
            <a:ext cx="4023360" cy="237744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11680"/>
            <a:ext cx="369417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(!taskComplete)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LLM(messages, tools); // 判断下一步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(response.toolCalls)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results = executeTools(response.toolCalls); // 执行工具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messages.push(...results); // 结果回到上下文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response.content; // 输出最终答案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5074920" y="1664208"/>
            <a:ext cx="2926080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80136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读取当前上下文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2249424"/>
            <a:ext cx="2926080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386584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LLM 判断下一步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2834640"/>
            <a:ext cx="2926080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971800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是否需要调用工具？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493008"/>
            <a:ext cx="1389888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36301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0256" y="3493008"/>
            <a:ext cx="1389888" cy="420624"/>
          </a:xfrm>
          <a:prstGeom prst="roundRect">
            <a:avLst>
              <a:gd name="adj" fmla="val 13043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363016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28816" y="2084832"/>
            <a:ext cx="0" cy="146304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28816" y="2670048"/>
            <a:ext cx="0" cy="146304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53328" y="3255264"/>
            <a:ext cx="-274320" cy="219456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04304" y="3255264"/>
            <a:ext cx="256032" cy="219456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13232" y="4315968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不是一次性把答案想完，而是带着最新上下文一轮轮继续判断和执行。</a:t>
            </a:r>
            <a:endParaRPr 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02 / MESSAGES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为什么会越来越长？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下一轮不是重新开始，而是把上一轮发生过的事继续带进去。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5727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572768"/>
            <a:ext cx="2487168" cy="237744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56816"/>
            <a:ext cx="21579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第一次传给 LLM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355848" y="15727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1572768"/>
            <a:ext cx="2487168" cy="237744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956816"/>
            <a:ext cx="21579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返回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 call: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"getWeather"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arguments: { city: "杭州" }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144768" y="15727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1572768"/>
            <a:ext cx="2487168" cy="237744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956816"/>
            <a:ext cx="21579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第二次传给 LLM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assistant: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调用工具 getWeather({ city: "杭州" })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杭州，晴，25°C，东北风 2 级。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31520" y="435254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下一轮会把上一轮的 tool call 和工具结果一起带回给 LLM。</a:t>
            </a:r>
            <a:endParaRPr lang="en-US" sz="10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02 / TOOLS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为什么不只是会回答，还能调用工具？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负责决定“调用什么”，外层程序负责真正“把事情做完”。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645920"/>
            <a:ext cx="3886200" cy="2331720"/>
          </a:xfrm>
          <a:prstGeom prst="roundRect">
            <a:avLst>
              <a:gd name="adj" fmla="val 2353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645920"/>
            <a:ext cx="3886200" cy="237744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29968"/>
            <a:ext cx="355701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tools =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getWeather: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"查询指定城市的实时天气",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({ city }) =&gt;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`${city}，晴，25°C，东北风 2 级`;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call = { name: "getWeather", args: { city: "杭州" } };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201D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tools[call.name].execute(call.args);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846320" y="164592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79222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MENU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1993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是一张菜单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38928" y="2240280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016752" y="2240280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菜单上有哪些服务可以点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5138928" y="2523744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016752" y="2523744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点的是哪一项服务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5138928" y="280720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6016752" y="280720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这次具体要什么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5138928" y="3090672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016752" y="3090672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后台真正完成服务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138928" y="3374136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FF5B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016752" y="3374136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最后返回给模型的结果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914400" y="433425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更像是在下单，不是在亲自做事。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02 / SUMMARY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4A9B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3131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 Agent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把“会回答”变成“会行动”。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不是魔法，它只是把“会回答”变成了“会行动”。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60120" y="3127248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121211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27355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" y="3438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每一轮都带着最新上下文重新调用 LLM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355848" y="3127248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121211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327355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38728" y="3438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决定是否调用工具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751576" y="3127248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121211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34456" y="327355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34456" y="3438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工具结果再回到上下文里进入下一轮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03 / LEARNING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怎么持续跟进 AI 变化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1938528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38528"/>
            <a:ext cx="73152" cy="13258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084832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6112" y="22860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254203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保持感知，知道社区正在关注什么。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410712" y="1938528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0712" y="1938528"/>
            <a:ext cx="73152" cy="13258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084832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93592" y="22860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辅助读源码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93592" y="254203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帮你找入口、理结构、解释实现。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108192" y="1938528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1938528"/>
            <a:ext cx="73152" cy="132588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084832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91072" y="22860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高质量信息源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91072" y="254203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固定关注官方文档、changelog 和社区精选。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2240280" y="4169664"/>
            <a:ext cx="4663440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4265676"/>
            <a:ext cx="4663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04 / TEAM PRACTICE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4A9B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3131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从代码助手，到业务助手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4A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能不能不只是代码助手，还能变成业务助手？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0280" y="2029968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000000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27685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38728" y="241401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41064" y="2029968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000000"/>
          </a:solidFill>
          <a:ln w="12700">
            <a:solidFill>
              <a:srgbClr val="3131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23944" y="227685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39512" y="2414016"/>
            <a:ext cx="347472" cy="0"/>
          </a:xfrm>
          <a:prstGeom prst="line">
            <a:avLst/>
          </a:prstGeom>
          <a:noFill/>
          <a:ln w="12700">
            <a:solidFill>
              <a:srgbClr val="FF5B0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41848" y="2029968"/>
            <a:ext cx="1261872" cy="749808"/>
          </a:xfrm>
          <a:prstGeom prst="roundRect">
            <a:avLst>
              <a:gd name="adj" fmla="val 7317"/>
            </a:avLst>
          </a:prstGeom>
          <a:solidFill>
            <a:srgbClr val="000000"/>
          </a:solidFill>
          <a:ln w="12700">
            <a:solidFill>
              <a:srgbClr val="FF5B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227685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38144" y="4069080"/>
            <a:ext cx="2267712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4165092"/>
            <a:ext cx="2267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04 / START SMALL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建议从低风险场景开始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21792" y="144475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先从查询类、低写入风险场景开始试点。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1874520"/>
            <a:ext cx="37033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874520"/>
            <a:ext cx="73152" cy="196596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20824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自然语言交互示例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77824" y="2221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业务同学怎么问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252374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“查一下今天有多少笔待审批的付款”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“把金额最大的那笔详情给我看”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“这笔交易的汇率是多少”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709160" y="1874520"/>
            <a:ext cx="3703320" cy="1965960"/>
          </a:xfrm>
          <a:prstGeom prst="roundRect">
            <a:avLst>
              <a:gd name="adj" fmla="val 2791"/>
            </a:avLst>
          </a:prstGeom>
          <a:solidFill>
            <a:srgbClr val="F9F9F9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874520"/>
            <a:ext cx="73152" cy="1965960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020824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下一步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2221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D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落地顺序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52374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先做查询类 CLI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打通权限体系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留好审计日志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再逐步扩展复杂操作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5B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先做低风险试点，再逐步扩展复杂操作。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4A9B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3131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686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最后想留给大家的一句话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能放大你的能力，但不能替代你的判断。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60120" y="3154680"/>
            <a:ext cx="1883664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50692"/>
            <a:ext cx="18836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工具会越来越强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5848" y="3154680"/>
            <a:ext cx="1883664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3250692"/>
            <a:ext cx="18836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速度会越来越快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51576" y="3154680"/>
            <a:ext cx="1883664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51576" y="3250692"/>
            <a:ext cx="18836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结果质量仍然取决于人的判断、规则和把关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6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27432"/>
          </a:xfrm>
          <a:prstGeom prst="rect">
            <a:avLst/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26480" y="20116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5B0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Q&amp;A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85632" y="1737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A5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645152"/>
            <a:ext cx="8138160" cy="0"/>
          </a:xfrm>
          <a:prstGeom prst="line">
            <a:avLst/>
          </a:prstGeom>
          <a:noFill/>
          <a:ln w="12700">
            <a:solidFill>
              <a:srgbClr val="E5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335024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01D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Q&amp;A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051560" y="2322576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9A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中间任何部分，如果你想继续展开，我们可以直接往下聊。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94760" y="3163824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FF5B01"/>
          </a:solidFill>
          <a:ln w="12700">
            <a:solidFill>
              <a:srgbClr val="FF5B0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325983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Share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是如何在前端开发流程中应用的 - Redback V3</dc:title>
  <dc:subject>AI 是如何在前端开发流程中应用的</dc:subject>
  <dc:creator>OpenAI Codex</dc:creator>
  <cp:lastModifiedBy>OpenAI Codex</cp:lastModifiedBy>
  <cp:revision>1</cp:revision>
  <dcterms:created xsi:type="dcterms:W3CDTF">2026-05-10T19:06:00Z</dcterms:created>
  <dcterms:modified xsi:type="dcterms:W3CDTF">2026-05-10T19:06:00Z</dcterms:modified>
</cp:coreProperties>
</file>