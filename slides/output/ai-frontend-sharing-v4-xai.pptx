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2633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3273552"/>
            <a:ext cx="77724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355848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664208" y="3273552"/>
            <a:ext cx="109728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64208" y="3355848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944368" y="3273552"/>
            <a:ext cx="96012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3355848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13232" y="4187952"/>
            <a:ext cx="7424928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43484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8288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542032"/>
            <a:ext cx="1417320" cy="80467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688336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77824" y="28712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7824" y="299923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怎么稳定使用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651760" y="2542032"/>
            <a:ext cx="1417320" cy="8046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2688336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816352" y="28712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16352" y="299923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为什么能行动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590288" y="2542032"/>
            <a:ext cx="1417320" cy="8046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688336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754880" y="28712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299923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如何持续跟进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528816" y="2542032"/>
            <a:ext cx="1417320" cy="8046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2688336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693408" y="28712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93408" y="299923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怎么团队落地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13232" y="404164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3310128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20824"/>
            <a:ext cx="2980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77824" y="2203704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331720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53712" y="1874520"/>
            <a:ext cx="3310128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2020824"/>
            <a:ext cx="2980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718304" y="2203704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18304" y="2331720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13232" y="2862072"/>
            <a:ext cx="3310128" cy="7498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08376"/>
            <a:ext cx="2980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877824" y="319125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" y="331927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53712" y="2862072"/>
            <a:ext cx="3310128" cy="7498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008376"/>
            <a:ext cx="2980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4718304" y="319125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18304" y="331927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13232" y="4069080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63140" y="2212848"/>
            <a:ext cx="1234440" cy="5852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7732" y="2414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43300" y="2505456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54780" y="2212848"/>
            <a:ext cx="1234440" cy="5852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9372" y="2414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34940" y="2505456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46420" y="2212848"/>
            <a:ext cx="1234440" cy="5852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1012" y="2414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3401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4041648"/>
            <a:ext cx="256032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123944"/>
            <a:ext cx="2560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人做决策，AI 做执行。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3611880" cy="16916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48256"/>
            <a:ext cx="3282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77824" y="223113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48716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1901952"/>
            <a:ext cx="3611880" cy="16916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2048256"/>
            <a:ext cx="3282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901184" y="223113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01184" y="248716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0416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41148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56816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353312" y="1883664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1847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" y="2532888"/>
            <a:ext cx="41148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15184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353312" y="254203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99232" y="2505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" y="3191256"/>
            <a:ext cx="41148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273552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353312" y="320040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99232" y="3163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397764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3611880" cy="16916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48256"/>
            <a:ext cx="3282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77824" y="223113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48716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1901952"/>
            <a:ext cx="3611880" cy="16916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2048256"/>
            <a:ext cx="3282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 CHECK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901184" y="223113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01184" y="248716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0416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" y="2011680"/>
            <a:ext cx="1234440" cy="5852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" y="221284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1851660" y="2304288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63140" y="2011680"/>
            <a:ext cx="1234440" cy="5852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7732" y="221284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543300" y="2304288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54780" y="2011680"/>
            <a:ext cx="1234440" cy="5852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9372" y="221284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234940" y="2304288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46420" y="2011680"/>
            <a:ext cx="1234440" cy="5852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1012" y="221284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926580" y="2304288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38060" y="2011680"/>
            <a:ext cx="1234440" cy="5852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2652" y="221284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005840" y="3401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2412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3232" y="164592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4871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35240" y="39776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3232" y="3767328"/>
            <a:ext cx="7607808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664208"/>
            <a:ext cx="3794760" cy="23957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828800"/>
            <a:ext cx="34655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4892040" y="1700784"/>
            <a:ext cx="306324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828800"/>
            <a:ext cx="2734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92040" y="2267712"/>
            <a:ext cx="306324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2395728"/>
            <a:ext cx="2734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2834640"/>
            <a:ext cx="3063240" cy="3840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2962656"/>
            <a:ext cx="2734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是否需要调用工具？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3456432"/>
            <a:ext cx="141732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3584448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3456432"/>
            <a:ext cx="141732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3584448"/>
            <a:ext cx="10881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19088" y="2084832"/>
            <a:ext cx="0" cy="164592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19088" y="2651760"/>
            <a:ext cx="0" cy="164592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97880" y="3218688"/>
            <a:ext cx="-246888" cy="219456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9440" y="3218688"/>
            <a:ext cx="320040" cy="219456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13232" y="4270248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2450592" cy="25146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764792"/>
            <a:ext cx="212140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3364992" y="1600200"/>
            <a:ext cx="2450592" cy="25146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764792"/>
            <a:ext cx="212140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6135624" y="1600200"/>
            <a:ext cx="2450592" cy="25146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0216" y="1764792"/>
            <a:ext cx="212140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713232" y="4261104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627632"/>
            <a:ext cx="3794760" cy="235915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92224"/>
            <a:ext cx="34655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4828032" y="1627632"/>
            <a:ext cx="3493008" cy="235915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773936"/>
            <a:ext cx="3163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4992624" y="1956816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是一张菜单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38928" y="221284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89320" y="2212848"/>
            <a:ext cx="1965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38928" y="248716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89320" y="2487168"/>
            <a:ext cx="1965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38928" y="276148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89320" y="2761488"/>
            <a:ext cx="1965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38928" y="303580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89320" y="3035808"/>
            <a:ext cx="1965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38928" y="331012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89320" y="3310128"/>
            <a:ext cx="1965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3232" y="4261104"/>
            <a:ext cx="7406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999232"/>
            <a:ext cx="201168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145536"/>
            <a:ext cx="1682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124712" y="331012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355848" y="2999232"/>
            <a:ext cx="201168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145536"/>
            <a:ext cx="1682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3520440" y="331012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5751576" y="2999232"/>
            <a:ext cx="2011680" cy="65836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3145536"/>
            <a:ext cx="1682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916168" y="331012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8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2121408"/>
            <a:ext cx="2148840" cy="132588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67712"/>
            <a:ext cx="1819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77824" y="24505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5786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319272" y="2121408"/>
            <a:ext cx="214884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267712"/>
            <a:ext cx="1819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3483864" y="24505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83864" y="25786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925312" y="2121408"/>
            <a:ext cx="2148840" cy="132588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2267712"/>
            <a:ext cx="1819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6089904" y="24505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89904" y="25786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13232" y="4069080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9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63140" y="2212848"/>
            <a:ext cx="1234440" cy="5852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7732" y="2414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43300" y="2505456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54780" y="2212848"/>
            <a:ext cx="1234440" cy="5852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9372" y="2414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34940" y="2505456"/>
            <a:ext cx="347472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46420" y="2212848"/>
            <a:ext cx="1234440" cy="5852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1012" y="2414016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3401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4041648"/>
            <a:ext cx="256032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123944"/>
            <a:ext cx="2560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把已有系统能力，换一种更适合 AGENT 调用的暴露方式。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3611880" cy="16916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48256"/>
            <a:ext cx="3282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自然语言交互示例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77824" y="223113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48716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1901952"/>
            <a:ext cx="3611880" cy="16916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2048256"/>
            <a:ext cx="3282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下一步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4901184" y="223113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01184" y="248716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0416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192024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36976"/>
            <a:ext cx="1920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工具会越来越强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3291840" y="3154680"/>
            <a:ext cx="192024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236976"/>
            <a:ext cx="1920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速度会越来越快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5669280" y="3154680"/>
            <a:ext cx="192024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236976"/>
            <a:ext cx="1920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结果质量仍然取决于人的判断、规则和把关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FRONTEND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34747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90288"/>
            <a:ext cx="81381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417320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Q&amp;A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86200" y="3127248"/>
            <a:ext cx="1371600" cy="256032"/>
          </a:xfrm>
          <a:prstGeom prst="rect">
            <a:avLst/>
          </a:prstGeom>
          <a:solidFill>
            <a:srgbClr val="1F2228">
              <a:alpha val="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3209544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是如何在前端开发流程中应用的 - xAI Style</dc:title>
  <dc:subject>AI 是如何在前端开发流程中应用的</dc:subject>
  <dc:creator>OpenAI Codex</dc:creator>
  <cp:lastModifiedBy>OpenAI Codex</cp:lastModifiedBy>
  <cp:revision>1</cp:revision>
  <dcterms:created xsi:type="dcterms:W3CDTF">2026-05-10T19:13:42Z</dcterms:created>
  <dcterms:modified xsi:type="dcterms:W3CDTF">2026-05-10T19:13:42Z</dcterms:modified>
</cp:coreProperties>
</file>