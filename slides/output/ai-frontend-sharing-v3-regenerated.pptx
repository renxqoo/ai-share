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0" cy="443484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16152" y="320040"/>
            <a:ext cx="0" cy="443484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9384" y="320040"/>
            <a:ext cx="0" cy="443484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42616" y="320040"/>
            <a:ext cx="0" cy="443484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55848" y="320040"/>
            <a:ext cx="0" cy="443484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9080" y="320040"/>
            <a:ext cx="0" cy="443484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82312" y="320040"/>
            <a:ext cx="0" cy="443484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95544" y="320040"/>
            <a:ext cx="0" cy="443484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08776" y="320040"/>
            <a:ext cx="0" cy="443484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22008" y="320040"/>
            <a:ext cx="0" cy="443484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320040"/>
            <a:ext cx="0" cy="443484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48472" y="320040"/>
            <a:ext cx="0" cy="443484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502920"/>
            <a:ext cx="8321040" cy="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124712"/>
            <a:ext cx="8321040" cy="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746504"/>
            <a:ext cx="8321040" cy="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68296"/>
            <a:ext cx="8321040" cy="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90088"/>
            <a:ext cx="8321040" cy="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611880"/>
            <a:ext cx="8321040" cy="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4233672"/>
            <a:ext cx="8321040" cy="0"/>
          </a:xfrm>
          <a:prstGeom prst="line">
            <a:avLst/>
          </a:prstGeom>
          <a:noFill/>
          <a:ln w="12700">
            <a:solidFill>
              <a:srgbClr val="F5F5F5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932688"/>
            <a:ext cx="1143000" cy="1143000"/>
          </a:xfrm>
          <a:prstGeom prst="roundRect">
            <a:avLst>
              <a:gd name="adj" fmla="val 11200"/>
            </a:avLst>
          </a:prstGeom>
          <a:solidFill>
            <a:srgbClr val="F5F5F5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2359152"/>
            <a:ext cx="749808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61888" y="3255264"/>
            <a:ext cx="987552" cy="987552"/>
          </a:xfrm>
          <a:prstGeom prst="roundRect">
            <a:avLst>
              <a:gd name="adj" fmla="val 11111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31152" y="2057400"/>
            <a:ext cx="384048" cy="301752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37960" y="3255264"/>
            <a:ext cx="594360" cy="-219456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547104" y="129844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424928" y="263347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PEV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08192" y="3639312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1005840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是如何在前端开发流程中应用的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22960" y="226771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从个人工作流，到 Agent 原理，再到团队实践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22960" y="2944368"/>
            <a:ext cx="1508760" cy="384048"/>
          </a:xfrm>
          <a:prstGeom prst="roundRect">
            <a:avLst>
              <a:gd name="adj" fmla="val 28571"/>
            </a:avLst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072384"/>
            <a:ext cx="1508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团队分享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" y="3822192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分享人：XXX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面向：产品 / 前端 / 后端 / 测试 / 设计 / 技术负责人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这场分享的主线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48132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不是替你做判断，而是把执行这件事放大了。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" y="2240280"/>
            <a:ext cx="162763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368296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50392" y="258775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2871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怎么稳定使用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679192" y="2240280"/>
            <a:ext cx="1627632" cy="1207008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43784" y="2368296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843784" y="258775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原理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43784" y="2871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为什么能行动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672584" y="2240280"/>
            <a:ext cx="162763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2368296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37176" y="258775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学习方法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37176" y="2871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如何持续跟进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665976" y="2240280"/>
            <a:ext cx="162763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0568" y="2368296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30568" y="258775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团队实践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30568" y="28712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怎么团队落地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85800" y="4297680"/>
            <a:ext cx="7772400" cy="41148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430268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 / WORKFLOW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为什么不能一上来就让 AI 直接写？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很多时候，问题不是 AI 完全不会做，而是它很容易做得“像对的一样”。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1591056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773936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自信地写错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1832" y="2212848"/>
            <a:ext cx="3236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看起来很完整，但关键细节可能是错的。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4754880" y="1591056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773936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重复造轮子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2212848"/>
            <a:ext cx="3236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没有读到项目里已经存在的能力。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777240" y="2752344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935224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漏看上下文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1832" y="3374136"/>
            <a:ext cx="3236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只改眼前文件，遗漏连带影响。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4754880" y="2752344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935224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能跑，但难维护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374136"/>
            <a:ext cx="3236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短期通过，长期给团队留下维护成本。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85800" y="4297680"/>
            <a:ext cx="7772400" cy="41148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430268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所以我们需要一套流程，不是为了拖慢 AI，而是为了把风险控制住。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 / PEV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PEV 工作流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88820" y="2121408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3412" y="234086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0148" y="2432304"/>
            <a:ext cx="32918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63340" y="2121408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F5F5F5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7932" y="234086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44668" y="2432304"/>
            <a:ext cx="32918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37860" y="2121408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2452" y="234086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60120" y="3246120"/>
            <a:ext cx="7223760" cy="73152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3429000"/>
            <a:ext cx="6894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602736"/>
            <a:ext cx="6894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先想清楚，再让它做，最后认真验。人做决策，AI 做执行。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7772400" cy="41148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430268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人做决策，AI 做执行。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 / 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PLAN：先出计划，不先写代码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" y="1572768"/>
            <a:ext cx="37947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700784"/>
            <a:ext cx="3465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 Agent 三样东西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" y="2139696"/>
            <a:ext cx="3465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需求描述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 原文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约束条件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45152" y="1572768"/>
            <a:ext cx="3794760" cy="2423160"/>
          </a:xfrm>
          <a:prstGeom prst="roundRect">
            <a:avLst>
              <a:gd name="adj" fmla="val 4528"/>
            </a:avLst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700784"/>
            <a:ext cx="3465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9744" y="1920240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输出实现计划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9744" y="2139696"/>
            <a:ext cx="3465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关键文件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架构权衡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实施步骤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4297680"/>
            <a:ext cx="7772400" cy="41148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430268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 / APPROVE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确认方案后，再放行执行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先把方案看对、想全、调顺，再让 AI 开始写代码。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1536192"/>
            <a:ext cx="7360920" cy="658368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728216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166420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先审查计划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16459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步骤是否合理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场景是否遗漏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范围是否清楚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2450592"/>
            <a:ext cx="7360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642616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257860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再给反馈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71800" y="2560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提出疑问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调整方案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补充需求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3364992"/>
            <a:ext cx="7360920" cy="658368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557016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00200" y="349300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最后放行执行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71800" y="34747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开始写代码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按规则执行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写完补测试并跑校验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4297680"/>
            <a:ext cx="7772400" cy="41148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430268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先把方案看对、想全、调顺，再放行执行。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 / VERIFY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人做最后的质量把关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" y="1572768"/>
            <a:ext cx="37947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700784"/>
            <a:ext cx="3465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Review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" y="2139696"/>
            <a:ext cx="3465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风格和架构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重复逻辑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安全隐患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类型严谨性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45152" y="1572768"/>
            <a:ext cx="3794760" cy="2423160"/>
          </a:xfrm>
          <a:prstGeom prst="roundRect">
            <a:avLst>
              <a:gd name="adj" fmla="val 4528"/>
            </a:avLst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700784"/>
            <a:ext cx="3465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CHECK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9744" y="1920240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功能自测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9744" y="2139696"/>
            <a:ext cx="3465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流程完整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交互流畅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错误提示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4297680"/>
            <a:ext cx="7772400" cy="41148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430268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 / BUG LOOP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 后，不是直接修，而是先写红测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先复现，再修复；修 Bug 不靠感觉，靠可重复验证的闭环。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4300" y="2011680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" y="2231136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595628" y="2322576"/>
            <a:ext cx="32918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988820" y="2011680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F5F5F5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3412" y="2231136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写失败测试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70148" y="2322576"/>
            <a:ext cx="32918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63340" y="2011680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7932" y="2231136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修代码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44668" y="2322576"/>
            <a:ext cx="32918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37860" y="2011680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F5F5F5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02452" y="2231136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测试通过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19188" y="2322576"/>
            <a:ext cx="32918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12380" y="2011680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6972" y="2231136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 Verify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60120" y="3246120"/>
            <a:ext cx="7223760" cy="73152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4712" y="3429000"/>
            <a:ext cx="6894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闭环原则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4712" y="3602736"/>
            <a:ext cx="6894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先复现，再修复。修 Bug 不靠感觉，靠可重复验证的闭环。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58368"/>
            <a:ext cx="128016" cy="3840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0607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" y="144475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第二部分：AI Agent 的运行原理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为什么它看起来像会自己干活？这一部分统一用“查天气”的例子来讲清楚原理。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040880" y="109728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05472" y="1417320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 / LOOP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是怎么一轮轮工作的？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左边看 TS 伪代码，右边看一轮循环。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1499616"/>
            <a:ext cx="4160520" cy="2697480"/>
          </a:xfrm>
          <a:prstGeom prst="roundRect">
            <a:avLst>
              <a:gd name="adj" fmla="val 271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1627632"/>
            <a:ext cx="386791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(!taskComplete)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LLM(messages, tools); // 判断下一步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(response.toolCalls)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results = executeTools(response.toolCalls); // 执行工具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messages.push(...results); // 结果回到上下文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response.content; // 输出最终答案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5074920" y="1627632"/>
            <a:ext cx="150876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9512" y="1773936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读取当前上下文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074920" y="2359152"/>
            <a:ext cx="1508760" cy="438912"/>
          </a:xfrm>
          <a:prstGeom prst="roundRect">
            <a:avLst>
              <a:gd name="adj" fmla="val 25000"/>
            </a:avLst>
          </a:prstGeom>
          <a:solidFill>
            <a:srgbClr val="F5F5F5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9512" y="2505456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LLM 判断下一步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074920" y="3090672"/>
            <a:ext cx="27432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9512" y="3236976"/>
            <a:ext cx="2414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是否需要工具？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74920" y="3822192"/>
            <a:ext cx="1508760" cy="438912"/>
          </a:xfrm>
          <a:prstGeom prst="roundRect">
            <a:avLst>
              <a:gd name="adj" fmla="val 25000"/>
            </a:avLst>
          </a:prstGeom>
          <a:solidFill>
            <a:srgbClr val="F5F5F5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3968496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执行工具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995160" y="3822192"/>
            <a:ext cx="150876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9752" y="3968496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返回结果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833872" y="2084832"/>
            <a:ext cx="0" cy="256032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33872" y="2816352"/>
            <a:ext cx="0" cy="256032"/>
          </a:xfrm>
          <a:prstGeom prst="line">
            <a:avLst/>
          </a:prstGeom>
          <a:noFill/>
          <a:ln w="12700">
            <a:solidFill>
              <a:srgbClr val="0070F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33872" y="3547872"/>
            <a:ext cx="0" cy="256032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92240" y="3310128"/>
            <a:ext cx="475488" cy="512064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85800" y="4297680"/>
            <a:ext cx="7772400" cy="41148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430268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不是一次性把答案想完，而是带着最新上下文一轮轮继续判断和执行。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 / MESSAGES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 为什么会越来越长？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下一轮不是重新开始，而是把上一轮发生过的事继续带进去。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2578608" cy="2743200"/>
          </a:xfrm>
          <a:prstGeom prst="roundRect">
            <a:avLst>
              <a:gd name="adj" fmla="val 283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591056"/>
            <a:ext cx="22860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第一次传给 LLM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27248" y="2779776"/>
            <a:ext cx="164592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55848" y="1463040"/>
            <a:ext cx="2578608" cy="2743200"/>
          </a:xfrm>
          <a:prstGeom prst="roundRect">
            <a:avLst>
              <a:gd name="adj" fmla="val 283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591056"/>
            <a:ext cx="22860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返回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 call: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"getWeather"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arguments: { city: "杭州" }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80176" y="2779776"/>
            <a:ext cx="164592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08776" y="1463040"/>
            <a:ext cx="2578608" cy="2743200"/>
          </a:xfrm>
          <a:prstGeom prst="roundRect">
            <a:avLst>
              <a:gd name="adj" fmla="val 283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591056"/>
            <a:ext cx="22860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第二次传给 LLM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assistant: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调用工具 getWeather({ city: "杭州" })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杭州，晴，25°C，东北风 2 级。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85800" y="4297680"/>
            <a:ext cx="7772400" cy="41148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430268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下一轮会把上一轮的 tool call 和工具结果一起带回给 LLM。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 / TOOLS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为什么不只是会回答，还能调用工具？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负责决定“调用什么”，外层程序负责真正“把事情做完”。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1554480"/>
            <a:ext cx="4160520" cy="2514600"/>
          </a:xfrm>
          <a:prstGeom prst="roundRect">
            <a:avLst>
              <a:gd name="adj" fmla="val 290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82496"/>
            <a:ext cx="386791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tools =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getWeather: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"查询指定城市的实时天气",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execute: ({ city }) =&gt;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`${city}，晴，25°C，东北风 2 级`;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call = { name: "getWeather", args: { city: "杭州" } };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tools[call.name].execute(call.args);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4983480" y="1554480"/>
            <a:ext cx="3474720" cy="2514600"/>
          </a:xfrm>
          <a:prstGeom prst="roundRect">
            <a:avLst>
              <a:gd name="adj" fmla="val 4364"/>
            </a:avLst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8072" y="1682496"/>
            <a:ext cx="3145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类比理解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48072" y="190195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tools 理解成一张菜单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0368" y="213969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6126480" y="2139696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菜单上有哪些服务可以点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5230368" y="245059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126480" y="2450592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点的是哪一项服务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5230368" y="276148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126480" y="2761488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这次具体要什么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5230368" y="3072384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126480" y="3072384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后台真正完成服务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5230368" y="3383280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126480" y="3383280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最后返回给模型的结果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685800" y="4297680"/>
            <a:ext cx="7772400" cy="41148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430268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更像是在下单，不是在亲自做事。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 / 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一句话理解 Agent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把“会回答”变成“会行动”。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1572768"/>
            <a:ext cx="722376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865376"/>
            <a:ext cx="689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不是魔法，它只是把“会回答”变成了“会行动”。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889504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017520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78992" y="323697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每一轮都带着最新上下文重新调用 LLM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3337560" y="2889504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3017520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02152" y="323697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决定是否调用工具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760720" y="2889504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3017520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25312" y="323697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工具结果再回到上下文里进入下一轮</a:t>
            </a:r>
            <a:endParaRPr lang="en-US" sz="9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 / LEARNING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怎么持续跟进 AI 变化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1627632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55648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1975104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Trending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249424"/>
            <a:ext cx="20025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保持感知，知道社区正在关注什么。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3447288" y="1627632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5F5F5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755648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11880" y="1975104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辅助读源码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2249424"/>
            <a:ext cx="20025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帮你找入口、理结构、解释实现。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236208" y="1627632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755648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0" y="1975104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高质量信息源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249424"/>
            <a:ext cx="20025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固定关注官方文档、changelog 和社区精选。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85800" y="4297680"/>
            <a:ext cx="7772400" cy="41148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430268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 / TEAM PRACTICE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从代码助手，到业务助手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能不能不只是代码助手，还能变成业务助手？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88820" y="2121408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3412" y="234086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API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0148" y="2432304"/>
            <a:ext cx="32918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63340" y="2121408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F5F5F5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7932" y="234086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命令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44668" y="2432304"/>
            <a:ext cx="329184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37860" y="2121408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2452" y="234086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60120" y="3246120"/>
            <a:ext cx="7223760" cy="73152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3429000"/>
            <a:ext cx="6894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落地方式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" y="3602736"/>
            <a:ext cx="6894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把已有系统能力，换一种更适合 Agent 调用的暴露方式。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7772400" cy="41148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430268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把已有系统能力，换一种更适合 Agent 调用的暴露方式。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 / START SMALL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建议从低风险场景开始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先从查询类、低写入风险场景开始试点。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" y="1572768"/>
            <a:ext cx="379476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700784"/>
            <a:ext cx="3465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自然语言交互示例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6384" y="1920240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业务同学怎么问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" y="2139696"/>
            <a:ext cx="3465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“查一下今天有多少笔待审批的付款”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“把金额最大的那笔详情给我看”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“这笔交易的汇率是多少”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45152" y="1572768"/>
            <a:ext cx="3794760" cy="2423160"/>
          </a:xfrm>
          <a:prstGeom prst="roundRect">
            <a:avLst>
              <a:gd name="adj" fmla="val 4528"/>
            </a:avLst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700784"/>
            <a:ext cx="3465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9744" y="1920240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落地顺序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9744" y="2139696"/>
            <a:ext cx="34655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先做查询类 CLI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打通权限体系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留好审计日志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再逐步扩展复杂操作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4297680"/>
            <a:ext cx="7772400" cy="411480"/>
          </a:xfrm>
          <a:prstGeom prst="roundRect">
            <a:avLst>
              <a:gd name="adj" fmla="val 2222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430268"/>
            <a:ext cx="7406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先做低风险试点，再逐步扩展复杂操作。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6217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最后想留给大家的一句话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60120" y="1536192"/>
            <a:ext cx="7223760" cy="96012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1847088"/>
            <a:ext cx="689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能放大你的能力，但不能替代你的判断。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0120" y="2971800"/>
            <a:ext cx="20574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324612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工具会越来越强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83280" y="2971800"/>
            <a:ext cx="2057400" cy="82296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324612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速度会越来越快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06440" y="2971800"/>
            <a:ext cx="205740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71032" y="324612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结果质量仍然取决于人的判断、规则和把关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95160" y="274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Frontend Sharing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36592"/>
            <a:ext cx="3840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0" y="1243584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51560" y="214884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中间任何部分，如果你想继续展开，我们可以直接往下聊。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3154680"/>
            <a:ext cx="2651760" cy="530352"/>
          </a:xfrm>
          <a:prstGeom prst="roundRect">
            <a:avLst>
              <a:gd name="adj" fmla="val 20690"/>
            </a:avLst>
          </a:prstGeom>
          <a:solidFill>
            <a:srgbClr val="F5F5F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3337560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 Share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是如何在前端开发流程中应用的</dc:title>
  <dc:subject>AI 是如何在前端开发流程中应用的</dc:subject>
  <dc:creator>OpenAI Codex</dc:creator>
  <cp:lastModifiedBy>OpenAI Codex</cp:lastModifiedBy>
  <cp:revision>1</cp:revision>
  <dcterms:created xsi:type="dcterms:W3CDTF">2026-05-10T18:45:42Z</dcterms:created>
  <dcterms:modified xsi:type="dcterms:W3CDTF">2026-05-10T18:45:42Z</dcterms:modified>
</cp:coreProperties>
</file>