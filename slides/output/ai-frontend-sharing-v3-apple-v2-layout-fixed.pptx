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55080" y="65836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6629400" y="1481328"/>
            <a:ext cx="1463040" cy="0"/>
          </a:xfrm>
          <a:prstGeom prst="line">
            <a:avLst/>
          </a:prstGeom>
          <a:noFill/>
          <a:ln w="12700">
            <a:solidFill>
              <a:srgbClr val="299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65392" y="1755648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PEV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932688"/>
            <a:ext cx="5212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是如何在前端开发流程中应用的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859536" y="22128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从个人工作流，到 Agent 原理，再到团队实践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59536" y="2944368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 w="12700">
            <a:solidFill>
              <a:srgbClr val="2997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3049524"/>
            <a:ext cx="1078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团队分享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59536" y="3803904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分享人：XXX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面向：产品 / 前端 / 后端 / 测试 / 设计 / 技术负责人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这场分享的主线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从怎么用，到为什么能这样用，再到团队怎么放大价值。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572768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不是替你做判断，而是把执行这件事放大了。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13232" y="2487168"/>
            <a:ext cx="1591056" cy="1078992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5176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0632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怎么稳定使用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97480" y="2487168"/>
            <a:ext cx="1591056" cy="1078992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98648" y="265176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98648" y="28803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原理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98648" y="30632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为什么能行动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81728" y="2487168"/>
            <a:ext cx="1591056" cy="1078992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2896" y="265176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82896" y="28803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学习方法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82896" y="30632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如何持续跟进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65976" y="2487168"/>
            <a:ext cx="1591056" cy="1078992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67144" y="265176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67144" y="28803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团队实践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67144" y="30632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怎么团队落地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1560" y="4224528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从怎么用，到为什么能这样用，再到团队怎么放大价值。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01 / WORKFLOW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为什么不能一上来就让 AI 直接写？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很多时候，问题不是 AI 完全不会做，而是它很容易做得“像对的一样”。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" y="1828800"/>
            <a:ext cx="3493008" cy="841248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048256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自信地写错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50976" y="230428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看起来很完整，但关键细节可能是错的。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4727448" y="1828800"/>
            <a:ext cx="3493008" cy="841248"/>
          </a:xfrm>
          <a:prstGeom prst="roundRect">
            <a:avLst>
              <a:gd name="adj" fmla="val 19565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28616" y="2048256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重复造轮子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28616" y="230428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没有读到项目里已经存在的能力。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749808" y="2907792"/>
            <a:ext cx="3493008" cy="841248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3127248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漏看上下文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50976" y="338328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只改眼前文件，遗漏连带影响。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4727448" y="2907792"/>
            <a:ext cx="3493008" cy="841248"/>
          </a:xfrm>
          <a:prstGeom prst="roundRect">
            <a:avLst>
              <a:gd name="adj" fmla="val 19565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28616" y="3127248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能跑，但难维护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28616" y="338328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短期通过，长期给团队留下维护成本。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960120" y="4315968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066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所以我们需要一套流程，不是为了拖慢 AI，而是为了把风险控制住。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7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299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01 / PEV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CCCCCC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PEV 工作流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先想清楚，再让它做，最后认真验。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57984" y="2176272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59152" y="2395728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547872" y="2505456"/>
            <a:ext cx="301752" cy="0"/>
          </a:xfrm>
          <a:prstGeom prst="line">
            <a:avLst/>
          </a:prstGeom>
          <a:noFill/>
          <a:ln w="12700">
            <a:solidFill>
              <a:srgbClr val="2997F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95344" y="2176272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96512" y="2395728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Execute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285232" y="2505456"/>
            <a:ext cx="301752" cy="0"/>
          </a:xfrm>
          <a:prstGeom prst="line">
            <a:avLst/>
          </a:prstGeom>
          <a:noFill/>
          <a:ln w="12700">
            <a:solidFill>
              <a:srgbClr val="2997F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632704" y="2176272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33872" y="2395728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Verify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333756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先想清楚，再让它做，最后认真验。人做决策，AI 做执行。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418795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人做决策，AI 做执行。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01 /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68096"/>
            <a:ext cx="7827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PLAN：先出计划，不先写代码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051560" y="1261872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先看清方向，再让 AI 动手。</a:t>
            </a:r>
            <a:endParaRPr lang="en-US" sz="1060" dirty="0"/>
          </a:p>
        </p:txBody>
      </p:sp>
      <p:sp>
        <p:nvSpPr>
          <p:cNvPr id="8" name="Shape 6"/>
          <p:cNvSpPr/>
          <p:nvPr/>
        </p:nvSpPr>
        <p:spPr>
          <a:xfrm>
            <a:off x="713232" y="1755648"/>
            <a:ext cx="3703320" cy="2066544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20240"/>
            <a:ext cx="3300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148840"/>
            <a:ext cx="3300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先给 Agent 三样东西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432304"/>
            <a:ext cx="33009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需求描述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PRD 原文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约束条件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18304" y="1755648"/>
            <a:ext cx="3703320" cy="2066544"/>
          </a:xfrm>
          <a:prstGeom prst="roundRect">
            <a:avLst>
              <a:gd name="adj" fmla="val 7965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920240"/>
            <a:ext cx="3300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19472" y="2148840"/>
            <a:ext cx="3300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输出实现计划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9472" y="2432304"/>
            <a:ext cx="33009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任务拆解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关键文件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架构权衡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实施步骤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" y="4187952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先看清方向，再让 AI 动手。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01 / APPROVE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确认方案后，再放行执行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先把方案看对、想全、调顺，再让 AI 开始写代码。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956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188366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先审查计划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27248" y="187452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步骤是否合理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场景是否遗漏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范围是否清楚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0120" y="270662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54480" y="26334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再给反馈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27248" y="262432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提出疑问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调整方案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补充需求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60120" y="34564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33832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最后放行执行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27248" y="3374136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开始写代码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按规则执行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写完补测试并跑校验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416052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先把方案看对、想全、调顺，再放行执行。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01 / VERIFY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68096"/>
            <a:ext cx="7827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人做最后的质量把关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051560" y="1261872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加快的是产出速度，人负责最后的质量把关。</a:t>
            </a:r>
            <a:endParaRPr lang="en-US" sz="1060" dirty="0"/>
          </a:p>
        </p:txBody>
      </p:sp>
      <p:sp>
        <p:nvSpPr>
          <p:cNvPr id="8" name="Shape 6"/>
          <p:cNvSpPr/>
          <p:nvPr/>
        </p:nvSpPr>
        <p:spPr>
          <a:xfrm>
            <a:off x="713232" y="1755648"/>
            <a:ext cx="3703320" cy="2066544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20240"/>
            <a:ext cx="3300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REVIEW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148840"/>
            <a:ext cx="3300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 Review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432304"/>
            <a:ext cx="33009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风格和架构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重复逻辑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安全隐患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类型严谨性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18304" y="1755648"/>
            <a:ext cx="3703320" cy="2066544"/>
          </a:xfrm>
          <a:prstGeom prst="roundRect">
            <a:avLst>
              <a:gd name="adj" fmla="val 7965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920240"/>
            <a:ext cx="3300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SELF CHECK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19472" y="2148840"/>
            <a:ext cx="3300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功能自测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9472" y="2432304"/>
            <a:ext cx="33009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流程完整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交互流畅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错误提示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响应式布局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" y="4187952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加快的是产出速度，人负责最后的质量把关。</a:t>
            </a:r>
            <a:endParaRPr lang="en-US" sz="11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01 / BUG LOOP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Bug 后，不是直接修，而是先写红测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先复现，再修复；修 Bug 不靠感觉，靠可重复验证的闭环。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0624" y="2011680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231136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Bug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1810512" y="2340864"/>
            <a:ext cx="301752" cy="0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157984" y="2011680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59152" y="2231136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写失败测试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3547872" y="2340864"/>
            <a:ext cx="301752" cy="0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895344" y="2011680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96512" y="2231136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修代码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5285232" y="2340864"/>
            <a:ext cx="301752" cy="0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32704" y="2011680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33872" y="2231136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测试通过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7022592" y="2340864"/>
            <a:ext cx="301752" cy="0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70064" y="2011680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71232" y="2231136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 Verify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914400" y="333756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先复现，再修复。修 Bug 不靠感觉，靠可重复验证的闭环。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7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299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CCCCCC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64008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99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1417320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第二部分：AI Agent 的运行原理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051560" y="2423160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为什么它看起来像会自己干活？这一部分统一用“查天气”的例子来讲清楚原理。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886200" y="3310128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 w="12700">
            <a:solidFill>
              <a:srgbClr val="2997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3415284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查天气示例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02 / LOOP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49808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是怎么一轮轮工作的？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1051560" y="1225296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左边看 TS 伪代码，右边看一轮循环。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658368" y="1773936"/>
            <a:ext cx="4069080" cy="2322576"/>
          </a:xfrm>
          <a:prstGeom prst="roundRect">
            <a:avLst>
              <a:gd name="adj" fmla="val 3937"/>
            </a:avLst>
          </a:prstGeom>
          <a:solidFill>
            <a:srgbClr val="FAFA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20240"/>
            <a:ext cx="373989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(!taskComplete)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response = LLM(messages, tools); // 判断下一步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(response.toolCalls)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results = executeTools(response.toolCalls); // 执行工具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messages.push(...results); // 结果回到上下文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response.content; // 输出最终答案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5074920" y="1773936"/>
            <a:ext cx="2788920" cy="438912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76088" y="1920240"/>
            <a:ext cx="23865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读取当前上下文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5074920" y="2377440"/>
            <a:ext cx="2788920" cy="438912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76088" y="2523744"/>
            <a:ext cx="23865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 LLM 判断下一步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5074920" y="2980944"/>
            <a:ext cx="2788920" cy="438912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76088" y="3127248"/>
            <a:ext cx="23865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是否需要调用工具？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5074920" y="3621024"/>
            <a:ext cx="1417320" cy="438912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76088" y="3767328"/>
            <a:ext cx="1014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执行工具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6446520" y="3621024"/>
            <a:ext cx="1417320" cy="438912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47688" y="3767328"/>
            <a:ext cx="1014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返回结果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6446520" y="2212848"/>
            <a:ext cx="0" cy="146304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46520" y="2816352"/>
            <a:ext cx="0" cy="146304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989320" y="3419856"/>
            <a:ext cx="-210312" cy="182880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903720" y="3419856"/>
            <a:ext cx="210312" cy="182880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868680" y="4297680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不是一次性把答案想完，而是带着最新上下文一轮轮继续判断和执行。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02 / MESSAGES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messages 为什么会越来越长？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51560" y="1371600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下一轮不是重新开始，而是把上一轮发生过的事继续带进去。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420624" y="1572768"/>
            <a:ext cx="2615184" cy="2761488"/>
          </a:xfrm>
          <a:prstGeom prst="roundRect">
            <a:avLst>
              <a:gd name="adj" fmla="val 3497"/>
            </a:avLst>
          </a:prstGeom>
          <a:solidFill>
            <a:srgbClr val="FAFA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1719072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第一次传给 LLM</a:t>
            </a:r>
            <a:endParaRPr lang="en-US" sz="690" dirty="0"/>
          </a:p>
          <a:p>
            <a:pPr indent="0" marL="0">
              <a:buNone/>
            </a:pP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system: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你是一个 agent，需要优先使用工具获取实时信息。</a:t>
            </a:r>
            <a:endParaRPr lang="en-US" sz="690" dirty="0"/>
          </a:p>
          <a:p>
            <a:pPr indent="0" marL="0">
              <a:buNone/>
            </a:pP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user: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帮我查一下杭州今天的天气。</a:t>
            </a:r>
            <a:endParaRPr lang="en-US" sz="690" dirty="0"/>
          </a:p>
        </p:txBody>
      </p:sp>
      <p:sp>
        <p:nvSpPr>
          <p:cNvPr id="10" name="Shape 8"/>
          <p:cNvSpPr/>
          <p:nvPr/>
        </p:nvSpPr>
        <p:spPr>
          <a:xfrm>
            <a:off x="3236976" y="1572768"/>
            <a:ext cx="2615184" cy="2761488"/>
          </a:xfrm>
          <a:prstGeom prst="roundRect">
            <a:avLst>
              <a:gd name="adj" fmla="val 3497"/>
            </a:avLst>
          </a:prstGeom>
          <a:solidFill>
            <a:srgbClr val="FAFA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1719072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返回</a:t>
            </a:r>
            <a:endParaRPr lang="en-US" sz="690" dirty="0"/>
          </a:p>
          <a:p>
            <a:pPr indent="0" marL="0">
              <a:buNone/>
            </a:pP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tool call: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"getWeather"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arguments: { city: "杭州" }</a:t>
            </a:r>
            <a:endParaRPr lang="en-US" sz="690" dirty="0"/>
          </a:p>
        </p:txBody>
      </p:sp>
      <p:sp>
        <p:nvSpPr>
          <p:cNvPr id="12" name="Shape 10"/>
          <p:cNvSpPr/>
          <p:nvPr/>
        </p:nvSpPr>
        <p:spPr>
          <a:xfrm>
            <a:off x="6053328" y="1572768"/>
            <a:ext cx="2615184" cy="2761488"/>
          </a:xfrm>
          <a:prstGeom prst="roundRect">
            <a:avLst>
              <a:gd name="adj" fmla="val 3497"/>
            </a:avLst>
          </a:prstGeom>
          <a:solidFill>
            <a:srgbClr val="FAFA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719072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第二次传给 LLM</a:t>
            </a:r>
            <a:endParaRPr lang="en-US" sz="620" dirty="0"/>
          </a:p>
          <a:p>
            <a:pPr indent="0" marL="0">
              <a:buNone/>
            </a:pP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system: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你是一个 agent，需要优先使用工具获取实时信息。</a:t>
            </a:r>
            <a:endParaRPr lang="en-US" sz="620" dirty="0"/>
          </a:p>
          <a:p>
            <a:pPr indent="0" marL="0">
              <a:buNone/>
            </a:pP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user: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帮我查一下杭州今天的天气。</a:t>
            </a:r>
            <a:endParaRPr lang="en-US" sz="620" dirty="0"/>
          </a:p>
          <a:p>
            <a:pPr indent="0" marL="0">
              <a:buNone/>
            </a:pP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assistant: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调用工具 getWeather({ city: "杭州" })</a:t>
            </a:r>
            <a:endParaRPr lang="en-US" sz="620" dirty="0"/>
          </a:p>
          <a:p>
            <a:pPr indent="0" marL="0">
              <a:buNone/>
            </a:pP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tool: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杭州，晴，25°C，东北风 2 级。</a:t>
            </a:r>
            <a:endParaRPr lang="en-US" sz="620" dirty="0"/>
          </a:p>
        </p:txBody>
      </p:sp>
      <p:sp>
        <p:nvSpPr>
          <p:cNvPr id="14" name="Text 12"/>
          <p:cNvSpPr/>
          <p:nvPr/>
        </p:nvSpPr>
        <p:spPr>
          <a:xfrm>
            <a:off x="914400" y="44622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下一轮会把上一轮的 tool call 和工具结果一起带回给 LLM。</a:t>
            </a:r>
            <a:endParaRPr lang="en-US" sz="8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02 / TOOLS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49808"/>
            <a:ext cx="7827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为什么不只是会回答，还能调用工具？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051560" y="1261872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负责决定“调用什么”，外层程序负责真正“把事情做完”。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566928" y="1783080"/>
            <a:ext cx="4114800" cy="2267712"/>
          </a:xfrm>
          <a:prstGeom prst="roundRect">
            <a:avLst>
              <a:gd name="adj" fmla="val 4032"/>
            </a:avLst>
          </a:prstGeom>
          <a:solidFill>
            <a:srgbClr val="FAFA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29384"/>
            <a:ext cx="378561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tools = {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getWeather: {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description: "查询指定城市的实时天气",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execute: ({ city }) =&gt; {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`${city}，晴，25°C，东北风 2 级`;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690" dirty="0"/>
          </a:p>
          <a:p>
            <a:pPr indent="0" marL="0">
              <a:buNone/>
            </a:pP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call = { name: "getWeather", args: { city: "杭州" } };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result = tools[call.name].execute(call.args);</a:t>
            </a:r>
            <a:endParaRPr lang="en-US" sz="690" dirty="0"/>
          </a:p>
        </p:txBody>
      </p:sp>
      <p:sp>
        <p:nvSpPr>
          <p:cNvPr id="10" name="Shape 8"/>
          <p:cNvSpPr/>
          <p:nvPr/>
        </p:nvSpPr>
        <p:spPr>
          <a:xfrm>
            <a:off x="4983480" y="1783080"/>
            <a:ext cx="3520440" cy="2267712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84648" y="1947672"/>
            <a:ext cx="3118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84648" y="2176272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tools 是一张菜单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30368" y="2432304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06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6144768" y="2432304"/>
            <a:ext cx="19933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菜单上有哪些服务可以点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5230368" y="2724912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06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6144768" y="2724912"/>
            <a:ext cx="19933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点的是哪一项服务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5230368" y="3017520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06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6144768" y="3017520"/>
            <a:ext cx="19933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这次具体要什么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5230368" y="3310128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06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execute()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6144768" y="3310128"/>
            <a:ext cx="19933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后台真正完成服务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5230368" y="3602736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06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6144768" y="3602736"/>
            <a:ext cx="19933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最后返回给模型的结果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1005840" y="42793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066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更像是在下单，不是在亲自做事。</a:t>
            </a:r>
            <a:endParaRPr lang="en-US" sz="9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7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299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02 /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CCCCCC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一句话理解 Agent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把“会回答”变成“会行动”。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847088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不是魔法，它只是把“会回答”变成了“会行动”。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05840" y="3182112"/>
            <a:ext cx="1965960" cy="749808"/>
          </a:xfrm>
          <a:prstGeom prst="roundRect">
            <a:avLst>
              <a:gd name="adj" fmla="val 21951"/>
            </a:avLst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3346704"/>
            <a:ext cx="1563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99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07008" y="3511296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每一轮都带着最新上下文重新调用 LLM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83280" y="3182112"/>
            <a:ext cx="1965960" cy="749808"/>
          </a:xfrm>
          <a:prstGeom prst="roundRect">
            <a:avLst>
              <a:gd name="adj" fmla="val 21951"/>
            </a:avLst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4448" y="3346704"/>
            <a:ext cx="1563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99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84448" y="3511296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决定是否调用工具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0" y="3182112"/>
            <a:ext cx="1965960" cy="749808"/>
          </a:xfrm>
          <a:prstGeom prst="roundRect">
            <a:avLst>
              <a:gd name="adj" fmla="val 21951"/>
            </a:avLst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61888" y="3346704"/>
            <a:ext cx="1563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99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61888" y="3511296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工具结果再回到上下文里进入下一轮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03 / LEARNING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怎么持续跟进 AI 变化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不是追所有变化，而是建立感知，然后在需要的时候快速深入。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3504" y="2029968"/>
            <a:ext cx="2377440" cy="1325880"/>
          </a:xfrm>
          <a:prstGeom prst="roundRect">
            <a:avLst>
              <a:gd name="adj" fmla="val 124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194560"/>
            <a:ext cx="1975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" y="2423160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Trending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2505456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保持感知，知道社区正在关注什么。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3419856" y="2029968"/>
            <a:ext cx="2377440" cy="1325880"/>
          </a:xfrm>
          <a:prstGeom prst="roundRect">
            <a:avLst>
              <a:gd name="adj" fmla="val 12414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21024" y="2194560"/>
            <a:ext cx="1975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21024" y="2423160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辅助读源码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21024" y="2505456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帮你找入口、理结构、解释实现。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6236208" y="2029968"/>
            <a:ext cx="2377440" cy="1325880"/>
          </a:xfrm>
          <a:prstGeom prst="roundRect">
            <a:avLst>
              <a:gd name="adj" fmla="val 124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7376" y="2194560"/>
            <a:ext cx="1975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37376" y="2423160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高质量信息源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37376" y="2505456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固定关注官方文档、changelog 和社区精选。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960120" y="4315968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066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不是追所有变化，而是建立感知，然后在需要的时候快速深入。</a:t>
            </a:r>
            <a:endParaRPr lang="en-US" sz="10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04 / TEAM PRACTICE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从代码助手，到业务助手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能不能不只是代码助手，还能变成业务助手？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57984" y="2176272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59152" y="2395728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API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547872" y="2505456"/>
            <a:ext cx="301752" cy="0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95344" y="2176272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96512" y="2395728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 命令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285232" y="2505456"/>
            <a:ext cx="301752" cy="0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632704" y="2176272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33872" y="2395728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333756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把已有系统能力，换一种更适合 Agent 调用的暴露方式。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418795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把已有系统能力，换一种更适合 Agent 调用的暴露方式。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04 / START SMALL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68096"/>
            <a:ext cx="7827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建议从低风险场景开始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51560" y="1261872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先从查询类、低写入风险场景开始试点。</a:t>
            </a:r>
            <a:endParaRPr lang="en-US" sz="1060" dirty="0"/>
          </a:p>
        </p:txBody>
      </p:sp>
      <p:sp>
        <p:nvSpPr>
          <p:cNvPr id="8" name="Shape 6"/>
          <p:cNvSpPr/>
          <p:nvPr/>
        </p:nvSpPr>
        <p:spPr>
          <a:xfrm>
            <a:off x="713232" y="1755648"/>
            <a:ext cx="3703320" cy="2066544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20240"/>
            <a:ext cx="3300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自然语言交互示例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148840"/>
            <a:ext cx="3300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业务同学怎么问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432304"/>
            <a:ext cx="33009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“查一下今天有多少笔待审批的付款”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“把金额最大的那笔详情给我看”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“这笔交易的汇率是多少”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4718304" y="1755648"/>
            <a:ext cx="3703320" cy="2066544"/>
          </a:xfrm>
          <a:prstGeom prst="roundRect">
            <a:avLst>
              <a:gd name="adj" fmla="val 7965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920240"/>
            <a:ext cx="3300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下一步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19472" y="2148840"/>
            <a:ext cx="3300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落地顺序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9472" y="2432304"/>
            <a:ext cx="33009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先做查询类 CLI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打通权限体系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留好审计日志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再逐步扩展复杂操作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914400" y="4187952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先做低风险试点，再逐步扩展复杂操作。</a:t>
            </a:r>
            <a:endParaRPr lang="en-US" sz="11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7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299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CCCCCC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最后想留给大家的一句话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能放大你的能力，但不能替代你的判断。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0120" y="32461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工具会越来越强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355848" y="32461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99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速度会越来越快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751576" y="32461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结果质量仍然取决于人的判断、规则和把关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Q&amp;A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13258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D1D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Q&amp;A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97280" y="228600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中间任何部分，如果你想继续展开，我们可以直接往下聊。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886200" y="320040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 w="12700">
            <a:solidFill>
              <a:srgbClr val="0066C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86200" y="3305556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谢谢大家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AI Share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OpenAI Codex</dc:creator>
  <cp:lastModifiedBy>OpenAI Codex</cp:lastModifiedBy>
  <cp:revision>1</cp:revision>
  <dcterms:created xsi:type="dcterms:W3CDTF">2026-05-10T19:26:00Z</dcterms:created>
  <dcterms:modified xsi:type="dcterms:W3CDTF">2026-05-10T19:26:00Z</dcterms:modified>
</cp:coreProperties>
</file>