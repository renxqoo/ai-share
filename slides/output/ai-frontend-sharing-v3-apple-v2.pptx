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658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629400" y="1481328"/>
            <a:ext cx="1463040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175564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PEV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59536" y="2212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" y="29443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49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团队分享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98648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2896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65976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67144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6714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72744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72744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APPROVE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883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1874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633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27248" y="26243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3456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7248" y="337413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VERIFY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BUG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81051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5798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54787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9534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28523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3270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02259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006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4008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86200" y="33101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415284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查天气示例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4069080" cy="2514600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10512"/>
            <a:ext cx="37398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74920" y="1700784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847088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074920" y="2304288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450592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074920" y="2907792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054096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749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4465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46520" y="2139696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743200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346704"/>
            <a:ext cx="-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3346704"/>
            <a:ext cx="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43159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MESSAGES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20624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236976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6053328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1051560" y="13898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66928" y="1499616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37856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983480" y="1499616"/>
            <a:ext cx="352044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664208"/>
            <a:ext cx="3118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84648" y="1892808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13969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144768" y="2139696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230368" y="246888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144768" y="2468880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230368" y="279806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144768" y="2798064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230368" y="312724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144768" y="312724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30368" y="345643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144768" y="345643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1005840" y="437083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6188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03 /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419856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21024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1024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36208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TEAM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START SMALL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自然语言交互示例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55848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9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51576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325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8620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30555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 - Apple Style V2</dc:title>
  <dc:subject>AI 是如何在前端开发流程中应用的</dc:subject>
  <dc:creator>OpenAI Codex</dc:creator>
  <cp:lastModifiedBy>OpenAI Codex</cp:lastModifiedBy>
  <cp:revision>1</cp:revision>
  <dcterms:created xsi:type="dcterms:W3CDTF">2026-05-10T19:20:30Z</dcterms:created>
  <dcterms:modified xsi:type="dcterms:W3CDTF">2026-05-10T19:20:30Z</dcterms:modified>
</cp:coreProperties>
</file>