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6583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629400" y="1481328"/>
            <a:ext cx="1463040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175564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PEV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59536" y="2212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" y="29443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0495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团队分享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3803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怎么稳定使用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98648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98648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为什么能行动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82896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289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如何持续跟进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65976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67144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67144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怎么团队落地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4224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72744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2861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4980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72744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2861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人做决策，AI 做执行。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APPROVE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56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847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1847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60120" y="27066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46120" y="259689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60120" y="34564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3467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334670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VERIFY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BUG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81051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5798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354787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9534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28523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3270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02259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006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4008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886200" y="33101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3415284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查天气示例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4069080" cy="2514600"/>
          </a:xfrm>
          <a:prstGeom prst="roundRect">
            <a:avLst>
              <a:gd name="adj" fmla="val 3636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10512"/>
            <a:ext cx="37398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074920" y="1700784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847088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074920" y="2304288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450592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074920" y="2907792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3054096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是否需要调用工具？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074920" y="3584448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3730752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446520" y="3584448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730752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46520" y="2139696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743200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9320" y="3346704"/>
            <a:ext cx="-210312" cy="219456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3346704"/>
            <a:ext cx="210312" cy="219456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68680" y="4462272"/>
            <a:ext cx="7406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MESSAGES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664208"/>
            <a:ext cx="2514600" cy="2578608"/>
          </a:xfrm>
          <a:prstGeom prst="roundRect">
            <a:avLst>
              <a:gd name="adj" fmla="val 3636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10512"/>
            <a:ext cx="2185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3346704" y="1664208"/>
            <a:ext cx="2514600" cy="2578608"/>
          </a:xfrm>
          <a:prstGeom prst="roundRect">
            <a:avLst>
              <a:gd name="adj" fmla="val 3636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810512"/>
            <a:ext cx="2185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163056" y="1664208"/>
            <a:ext cx="2514600" cy="2578608"/>
          </a:xfrm>
          <a:prstGeom prst="roundRect">
            <a:avLst>
              <a:gd name="adj" fmla="val 3636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810512"/>
            <a:ext cx="2185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" y="1664208"/>
            <a:ext cx="4069080" cy="2423160"/>
          </a:xfrm>
          <a:prstGeom prst="roundRect">
            <a:avLst>
              <a:gd name="adj" fmla="val 3774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10512"/>
            <a:ext cx="373989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983480" y="1664208"/>
            <a:ext cx="3520440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1828800"/>
            <a:ext cx="3118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84648" y="205740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是一张菜单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26771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144768" y="2267712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230368" y="255117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144768" y="2551176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230368" y="283464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144768" y="2834640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230368" y="311810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144768" y="3118104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230368" y="340156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144768" y="340156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05840" y="446227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700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444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6188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03 /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419856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21024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21024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236208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37376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TEAM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START SMALL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自然语言交互示例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工具会越来越强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55848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9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速度会越来越快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51576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结果质量仍然取决于人的判断、规则和把关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325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86200" y="32004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330555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是如何在前端开发流程中应用的 - Apple Style V2</dc:title>
  <dc:subject>AI 是如何在前端开发流程中应用的</dc:subject>
  <dc:creator>OpenAI Codex</dc:creator>
  <cp:lastModifiedBy>OpenAI Codex</cp:lastModifiedBy>
  <cp:revision>1</cp:revision>
  <dcterms:created xsi:type="dcterms:W3CDTF">2026-05-10T19:00:39Z</dcterms:created>
  <dcterms:modified xsi:type="dcterms:W3CDTF">2026-05-10T19:00:39Z</dcterms:modified>
</cp:coreProperties>
</file>