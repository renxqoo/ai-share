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66928"/>
            <a:ext cx="2468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114300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49808" y="23591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0632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136392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27632" y="30632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313639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30632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136392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1417320" cy="2788920"/>
          </a:xfrm>
          <a:prstGeom prst="roundRect">
            <a:avLst>
              <a:gd name="adj" fmla="val 5161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005840"/>
            <a:ext cx="146304" cy="278892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417320"/>
            <a:ext cx="777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4370832"/>
            <a:ext cx="7680960" cy="9144"/>
          </a:xfrm>
          <a:prstGeom prst="rect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537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49808" y="1627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" y="2331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331720"/>
            <a:ext cx="54864" cy="91440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68880"/>
            <a:ext cx="11704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932688" y="266090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83464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15768" y="2331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15768" y="2331720"/>
            <a:ext cx="54864" cy="91440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2468880"/>
            <a:ext cx="11704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2898648" y="266090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98648" y="283464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1728" y="2331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331720"/>
            <a:ext cx="54864" cy="91440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468880"/>
            <a:ext cx="11704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864608" y="266090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3464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47688" y="2331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47688" y="2331720"/>
            <a:ext cx="54864" cy="91440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2468880"/>
            <a:ext cx="11704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830568" y="266090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283464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" y="3895344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WORKFLOW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83080"/>
            <a:ext cx="54864" cy="74980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6596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20370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783080"/>
            <a:ext cx="54864" cy="74980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6596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20370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2770632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2770632"/>
            <a:ext cx="54864" cy="74980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95351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19125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572000" y="2770632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770632"/>
            <a:ext cx="54864" cy="74980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5351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19125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86384" y="404164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PEV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40280" y="205740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38728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41064" y="205740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23944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39512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41848" y="205740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3467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46120" y="3950208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023360"/>
            <a:ext cx="2651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人做决策，AI 做执行。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PLAN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611880" cy="1847088"/>
          </a:xfrm>
          <a:prstGeom prst="roundRect">
            <a:avLst>
              <a:gd name="adj" fmla="val 396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54864" cy="184708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65960"/>
            <a:ext cx="3246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32688" y="2157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505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736592" y="1828800"/>
            <a:ext cx="3611880" cy="1847088"/>
          </a:xfrm>
          <a:prstGeom prst="roundRect">
            <a:avLst>
              <a:gd name="adj" fmla="val 396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1828800"/>
            <a:ext cx="54864" cy="184708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65960"/>
            <a:ext cx="3246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919472" y="2157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24505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APPROVE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65376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17320" y="17739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17556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2505456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78608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17320" y="24871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468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3218688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91840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17320" y="320040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04164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VERIFY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611880" cy="1847088"/>
          </a:xfrm>
          <a:prstGeom prst="roundRect">
            <a:avLst>
              <a:gd name="adj" fmla="val 396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54864" cy="184708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65960"/>
            <a:ext cx="3246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32688" y="2157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505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736592" y="1828800"/>
            <a:ext cx="3611880" cy="1847088"/>
          </a:xfrm>
          <a:prstGeom prst="roundRect">
            <a:avLst>
              <a:gd name="adj" fmla="val 396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1828800"/>
            <a:ext cx="54864" cy="184708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65960"/>
            <a:ext cx="3246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 CHECK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919472" y="2157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24505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BUG LOOP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39496" y="201168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24028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837944" y="236829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201168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24028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538728" y="236829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41064" y="201168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24028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239512" y="236829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41848" y="201168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4728" y="224028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940296" y="236829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42632" y="201168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24028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051560" y="33467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14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48132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49808" y="24231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0" y="4096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LOOP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13232" y="1627632"/>
            <a:ext cx="3913632" cy="2487168"/>
          </a:xfrm>
          <a:prstGeom prst="roundRect">
            <a:avLst>
              <a:gd name="adj" fmla="val 2941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92224"/>
            <a:ext cx="358444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10912" y="1664208"/>
            <a:ext cx="2971800" cy="402336"/>
          </a:xfrm>
          <a:prstGeom prst="roundRect">
            <a:avLst>
              <a:gd name="adj" fmla="val 18182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792224"/>
            <a:ext cx="2606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10912" y="2231136"/>
            <a:ext cx="2971800" cy="402336"/>
          </a:xfrm>
          <a:prstGeom prst="roundRect">
            <a:avLst>
              <a:gd name="adj" fmla="val 18182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359152"/>
            <a:ext cx="2606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10912" y="2798064"/>
            <a:ext cx="2971800" cy="402336"/>
          </a:xfrm>
          <a:prstGeom prst="roundRect">
            <a:avLst>
              <a:gd name="adj" fmla="val 18182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926080"/>
            <a:ext cx="2606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10912" y="3456432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3584448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65392" y="3456432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584448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2066544"/>
            <a:ext cx="0" cy="146304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633472"/>
            <a:ext cx="0" cy="146304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3218688"/>
            <a:ext cx="-320040" cy="219456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03720" y="3218688"/>
            <a:ext cx="365760" cy="219456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4279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MESSAGES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2450592" cy="2578608"/>
          </a:xfrm>
          <a:prstGeom prst="roundRect">
            <a:avLst>
              <a:gd name="adj" fmla="val 2985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737360"/>
            <a:ext cx="212140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64992" y="1572768"/>
            <a:ext cx="2450592" cy="2578608"/>
          </a:xfrm>
          <a:prstGeom prst="roundRect">
            <a:avLst>
              <a:gd name="adj" fmla="val 2985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737360"/>
            <a:ext cx="212140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135624" y="1572768"/>
            <a:ext cx="2450592" cy="2578608"/>
          </a:xfrm>
          <a:prstGeom prst="roundRect">
            <a:avLst>
              <a:gd name="adj" fmla="val 2985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737360"/>
            <a:ext cx="212140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41248" y="4279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TOOLS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13232" y="1627632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92224"/>
            <a:ext cx="3511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828032" y="1627632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627632"/>
            <a:ext cx="54864" cy="237744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764792"/>
            <a:ext cx="31272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010912" y="1956816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221284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989320" y="221284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138928" y="249631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5989320" y="249631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138928" y="277977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989320" y="2779776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138928" y="30632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989320" y="3063240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5138928" y="334670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989320" y="3346704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868680" y="425196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999232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136392"/>
            <a:ext cx="1645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3000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355848" y="2999232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3136392"/>
            <a:ext cx="1645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538728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751576" y="2999232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34456" y="3136392"/>
            <a:ext cx="1645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934456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LEARNING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13232" y="2011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011680"/>
            <a:ext cx="54864" cy="13258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48840"/>
            <a:ext cx="18745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96112" y="23408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4323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410712" y="2011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2011680"/>
            <a:ext cx="54864" cy="13258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2148840"/>
            <a:ext cx="18745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593592" y="23408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93592" y="24323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108192" y="2011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2011680"/>
            <a:ext cx="54864" cy="13258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148840"/>
            <a:ext cx="18745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291072" y="23408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24323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86384" y="404164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04 / TEAM PRACTICE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40280" y="205740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38728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41064" y="205740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23944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39512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41848" y="205740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FF1E8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2286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3467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246120" y="3950208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023360"/>
            <a:ext cx="2651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把已有系统能力，换一种更适合 Agent 调用的暴露方式。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04 / START SMALL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611880" cy="1847088"/>
          </a:xfrm>
          <a:prstGeom prst="roundRect">
            <a:avLst>
              <a:gd name="adj" fmla="val 396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54864" cy="184708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65960"/>
            <a:ext cx="3246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自然语言交互示例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32688" y="2157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505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736592" y="1828800"/>
            <a:ext cx="3611880" cy="1847088"/>
          </a:xfrm>
          <a:prstGeom prst="roundRect">
            <a:avLst>
              <a:gd name="adj" fmla="val 3960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1828800"/>
            <a:ext cx="54864" cy="184708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65960"/>
            <a:ext cx="3246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919472" y="2157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24505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847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60120" y="3090672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163824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工具会越来越强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355848" y="3090672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3163824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速度会越来越快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51576" y="3090672"/>
            <a:ext cx="187452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1576" y="3163824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结果质量仍然取决于人的判断、规则和把关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FRONTEND SHARING</a:t>
            </a:r>
            <a:endParaRPr lang="en-US" sz="820" dirty="0"/>
          </a:p>
        </p:txBody>
      </p:sp>
      <p:sp>
        <p:nvSpPr>
          <p:cNvPr id="3" name="Shape 1"/>
          <p:cNvSpPr/>
          <p:nvPr/>
        </p:nvSpPr>
        <p:spPr>
          <a:xfrm>
            <a:off x="6903720" y="228600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FFF1E8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7728" y="297180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5B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67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777240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6451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2984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0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51560" y="226771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3127248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3200400"/>
            <a:ext cx="1508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谢谢大家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是如何在前端开发流程中应用的 - Polished V3</dc:title>
  <dc:subject>AI 是如何在前端开发流程中应用的</dc:subject>
  <dc:creator>OpenAI Codex</dc:creator>
  <cp:lastModifiedBy>OpenAI Codex</cp:lastModifiedBy>
  <cp:revision>1</cp:revision>
  <dcterms:created xsi:type="dcterms:W3CDTF">2026-05-10T19:09:53Z</dcterms:created>
  <dcterms:modified xsi:type="dcterms:W3CDTF">2026-05-10T19:09:53Z</dcterms:modified>
</cp:coreProperties>
</file>